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notesMasterIdLst>
    <p:notesMasterId r:id="rId13"/>
  </p:notesMasterIdLst>
  <p:sldIdLst>
    <p:sldId id="256" r:id="rId2"/>
    <p:sldId id="258" r:id="rId3"/>
    <p:sldId id="262" r:id="rId4"/>
    <p:sldId id="259" r:id="rId5"/>
    <p:sldId id="263" r:id="rId6"/>
    <p:sldId id="260" r:id="rId7"/>
    <p:sldId id="264" r:id="rId8"/>
    <p:sldId id="261" r:id="rId9"/>
    <p:sldId id="267" r:id="rId10"/>
    <p:sldId id="265" r:id="rId11"/>
    <p:sldId id="266" r:id="rId1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063" autoAdjust="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GRELLE Nicolas" userId="aee79344-e489-478b-b440-d50cb7fbe383" providerId="ADAL" clId="{608CB1AF-718A-48F4-83DA-5CC2244BC768}"/>
    <pc:docChg chg="custSel modSld">
      <pc:chgData name="LEGRELLE Nicolas" userId="aee79344-e489-478b-b440-d50cb7fbe383" providerId="ADAL" clId="{608CB1AF-718A-48F4-83DA-5CC2244BC768}" dt="2024-09-30T20:08:57.215" v="32" actId="20577"/>
      <pc:docMkLst>
        <pc:docMk/>
      </pc:docMkLst>
      <pc:sldChg chg="modSp mod">
        <pc:chgData name="LEGRELLE Nicolas" userId="aee79344-e489-478b-b440-d50cb7fbe383" providerId="ADAL" clId="{608CB1AF-718A-48F4-83DA-5CC2244BC768}" dt="2024-09-30T20:08:57.215" v="32" actId="20577"/>
        <pc:sldMkLst>
          <pc:docMk/>
          <pc:sldMk cId="4142255757" sldId="266"/>
        </pc:sldMkLst>
      </pc:sldChg>
    </pc:docChg>
  </pc:docChgLst>
  <pc:docChgLst>
    <pc:chgData name="Nicolas LE GRELLE" userId="aee79344-e489-478b-b440-d50cb7fbe383" providerId="ADAL" clId="{8387F9FE-B1F4-4FB7-96F6-35F76397D475}"/>
    <pc:docChg chg="modSld">
      <pc:chgData name="Nicolas LE GRELLE" userId="aee79344-e489-478b-b440-d50cb7fbe383" providerId="ADAL" clId="{8387F9FE-B1F4-4FB7-96F6-35F76397D475}" dt="2025-09-22T20:33:41.696" v="0" actId="20577"/>
      <pc:docMkLst>
        <pc:docMk/>
      </pc:docMkLst>
      <pc:sldChg chg="modSp mod">
        <pc:chgData name="Nicolas LE GRELLE" userId="aee79344-e489-478b-b440-d50cb7fbe383" providerId="ADAL" clId="{8387F9FE-B1F4-4FB7-96F6-35F76397D475}" dt="2025-09-22T20:33:41.696" v="0" actId="20577"/>
        <pc:sldMkLst>
          <pc:docMk/>
          <pc:sldMk cId="2720430329" sldId="264"/>
        </pc:sldMkLst>
        <pc:spChg chg="mod">
          <ac:chgData name="Nicolas LE GRELLE" userId="aee79344-e489-478b-b440-d50cb7fbe383" providerId="ADAL" clId="{8387F9FE-B1F4-4FB7-96F6-35F76397D475}" dt="2025-09-22T20:33:41.696" v="0" actId="20577"/>
          <ac:spMkLst>
            <pc:docMk/>
            <pc:sldMk cId="2720430329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5D43-AC76-344F-AE6E-42F44417CF67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B91BB-7770-E544-BE1F-24FBAB4B8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17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(2</a:t>
            </a:r>
            <a:r>
              <a:rPr lang="fr-FR" baseline="30000" dirty="0"/>
              <a:t>28</a:t>
            </a:r>
            <a:r>
              <a:rPr lang="fr-FR" dirty="0"/>
              <a:t>-1) x 8 Ko</a:t>
            </a:r>
            <a:endParaRPr lang="fr-FR" baseline="30000" dirty="0"/>
          </a:p>
          <a:p>
            <a:r>
              <a:rPr lang="fr-FR" dirty="0"/>
              <a:t>nombre de cluster max (sur 28 bits) x taille de cluster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B91BB-7770-E544-BE1F-24FBAB4B892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12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D91A-A2EE-4B54-B3C6-F6C67903BA9C}" type="datetime1">
              <a:rPr lang="en-US" smtClean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7B8-0EC4-44C9-AFEF-25E144F11C06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47B5-C739-4DAE-AACD-CC58CA843AC4}" type="datetime1">
              <a:rPr lang="en-US" smtClean="0"/>
              <a:pPr/>
              <a:t>10/2/2025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AE48-94E6-46E0-BE32-5F0716DE9115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C285-8BCE-48FC-97D9-E2837AF38351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D3E6-EF16-4488-94A4-211508FE4682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FB3B-20DA-4D0E-BF16-8262B7156612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3C2C-6BD0-40EC-8D8D-4D51F089C5EB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7F5C-EDA7-4864-9756-35769B0E62CF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85C6-EBAF-49D5-AD4D-BABF4DFAAD59}" type="datetime1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04122-9A3A-4FD8-98B8-22631F32846C}" type="datetime1">
              <a:rPr lang="en-US" smtClean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88B99C93-F56F-46AB-9EB8-53614A95B15F}" type="datetime1">
              <a:rPr lang="en-US" smtClean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Système - Matériel</a:t>
            </a:r>
          </a:p>
        </p:txBody>
      </p:sp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QUESTIONS</a:t>
            </a:r>
            <a:br>
              <a:rPr lang="fr-FR" dirty="0"/>
            </a:br>
            <a:r>
              <a:rPr lang="fr-FR" dirty="0"/>
              <a:t>Activité 4</a:t>
            </a:r>
          </a:p>
        </p:txBody>
      </p:sp>
    </p:spTree>
    <p:extLst>
      <p:ext uri="{BB962C8B-B14F-4D97-AF65-F5344CB8AC3E}">
        <p14:creationId xmlns:p14="http://schemas.microsoft.com/office/powerpoint/2010/main" val="325948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68917"/>
          </a:xfrm>
        </p:spPr>
        <p:txBody>
          <a:bodyPr>
            <a:normAutofit fontScale="92500" lnSpcReduction="10000"/>
          </a:bodyPr>
          <a:lstStyle/>
          <a:p>
            <a:pPr marL="571500" indent="-457200">
              <a:buFont typeface="+mj-lt"/>
              <a:buAutoNum type="alphaUcPeriod"/>
            </a:pPr>
            <a:r>
              <a:rPr lang="fr-FR" dirty="0"/>
              <a:t>Quel est l’intérêt sur un poste utilisateur d’installer le système sur une partition dédiée en conservant une grande partie de l’espace libre sur une autre partition ?</a:t>
            </a:r>
          </a:p>
          <a:p>
            <a:pPr marL="571500" indent="-457200">
              <a:buFont typeface="+mj-lt"/>
              <a:buAutoNum type="alphaUcPeriod"/>
            </a:pPr>
            <a:r>
              <a:rPr lang="fr-FR" dirty="0"/>
              <a:t>Comparez par 4 critères les systèmes de fichiers FAT32, NTFS et </a:t>
            </a:r>
            <a:r>
              <a:rPr lang="fr-FR" dirty="0" err="1"/>
              <a:t>ExFAT</a:t>
            </a:r>
            <a:r>
              <a:rPr lang="fr-FR" dirty="0"/>
              <a:t>.</a:t>
            </a:r>
          </a:p>
          <a:p>
            <a:pPr marL="571500" indent="-457200">
              <a:buFont typeface="+mj-lt"/>
              <a:buAutoNum type="alphaUcPeriod"/>
            </a:pPr>
            <a:r>
              <a:rPr lang="fr-FR" dirty="0"/>
              <a:t>Le système d’exploitation Microsoft Windows 11 est sorti le 5 octobre 2021, les entreprises ont-elles été obligés de migrer leurs postes jusqu’alors sous Windows 10 vers la dernière version de l’OS de Microsoft ? Pourquoi ? A partir de quelle date devraient-elles abandonner l’utilisation de Windows 10 ?</a:t>
            </a:r>
          </a:p>
          <a:p>
            <a:pPr marL="571500" indent="-457200">
              <a:buFont typeface="+mj-lt"/>
              <a:buAutoNum type="alphaUcPeriod"/>
            </a:pPr>
            <a:r>
              <a:rPr lang="fr-FR" dirty="0"/>
              <a:t>Quels sont les rôles des logiciels tel que </a:t>
            </a:r>
            <a:r>
              <a:rPr lang="fr-FR" dirty="0" err="1"/>
              <a:t>Ccleaner</a:t>
            </a:r>
            <a:r>
              <a:rPr lang="fr-FR" dirty="0"/>
              <a:t> ou MBAM ? Citez d’autres logiciels proposant des services similaires.</a:t>
            </a:r>
          </a:p>
        </p:txBody>
      </p:sp>
    </p:spTree>
    <p:extLst>
      <p:ext uri="{BB962C8B-B14F-4D97-AF65-F5344CB8AC3E}">
        <p14:creationId xmlns:p14="http://schemas.microsoft.com/office/powerpoint/2010/main" val="327141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152340"/>
            <a:ext cx="8229600" cy="1927126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r>
              <a:rPr lang="fr-FR" dirty="0"/>
              <a:t>Quel est l’intérêt sur un poste utilisateur d’installer le système sur une partition dédiée en conservant une grande partie de l’espace libre sur une autre partition ?</a:t>
            </a:r>
          </a:p>
        </p:txBody>
      </p:sp>
    </p:spTree>
    <p:extLst>
      <p:ext uri="{BB962C8B-B14F-4D97-AF65-F5344CB8AC3E}">
        <p14:creationId xmlns:p14="http://schemas.microsoft.com/office/powerpoint/2010/main" val="272043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68917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Eviter la fragmentation trop rapide des fichiers du système en le « laissant respirer »</a:t>
            </a:r>
          </a:p>
          <a:p>
            <a:pPr marL="114300" indent="0">
              <a:buNone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Conserver les données de l’utilisateur sur une autre partition en cas de corruption ou de réinstallation du système</a:t>
            </a:r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Assurer une maintenance plus aisée et plus rapide du système</a:t>
            </a:r>
          </a:p>
        </p:txBody>
      </p:sp>
    </p:spTree>
    <p:extLst>
      <p:ext uri="{BB962C8B-B14F-4D97-AF65-F5344CB8AC3E}">
        <p14:creationId xmlns:p14="http://schemas.microsoft.com/office/powerpoint/2010/main" val="70275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6128" y="3484236"/>
            <a:ext cx="8229600" cy="1191181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r>
              <a:rPr lang="fr-FR" dirty="0"/>
              <a:t>Comparez par 4 critères les systèmes de fichiers FAT32, NTFS et </a:t>
            </a:r>
            <a:r>
              <a:rPr lang="fr-FR" dirty="0" err="1"/>
              <a:t>ExFAT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43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B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A04B99B-CCE0-42A3-BD5C-C3D2897E8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212152"/>
              </p:ext>
            </p:extLst>
          </p:nvPr>
        </p:nvGraphicFramePr>
        <p:xfrm>
          <a:off x="353727" y="1828801"/>
          <a:ext cx="8436545" cy="4706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4296">
                  <a:extLst>
                    <a:ext uri="{9D8B030D-6E8A-4147-A177-3AD203B41FA5}">
                      <a16:colId xmlns:a16="http://schemas.microsoft.com/office/drawing/2014/main" val="1328815028"/>
                    </a:ext>
                  </a:extLst>
                </a:gridCol>
                <a:gridCol w="1004296">
                  <a:extLst>
                    <a:ext uri="{9D8B030D-6E8A-4147-A177-3AD203B41FA5}">
                      <a16:colId xmlns:a16="http://schemas.microsoft.com/office/drawing/2014/main" val="441477439"/>
                    </a:ext>
                  </a:extLst>
                </a:gridCol>
                <a:gridCol w="1831908">
                  <a:extLst>
                    <a:ext uri="{9D8B030D-6E8A-4147-A177-3AD203B41FA5}">
                      <a16:colId xmlns:a16="http://schemas.microsoft.com/office/drawing/2014/main" val="677150644"/>
                    </a:ext>
                  </a:extLst>
                </a:gridCol>
                <a:gridCol w="1834233">
                  <a:extLst>
                    <a:ext uri="{9D8B030D-6E8A-4147-A177-3AD203B41FA5}">
                      <a16:colId xmlns:a16="http://schemas.microsoft.com/office/drawing/2014/main" val="2604390928"/>
                    </a:ext>
                  </a:extLst>
                </a:gridCol>
                <a:gridCol w="920604">
                  <a:extLst>
                    <a:ext uri="{9D8B030D-6E8A-4147-A177-3AD203B41FA5}">
                      <a16:colId xmlns:a16="http://schemas.microsoft.com/office/drawing/2014/main" val="3783913121"/>
                    </a:ext>
                  </a:extLst>
                </a:gridCol>
                <a:gridCol w="920604">
                  <a:extLst>
                    <a:ext uri="{9D8B030D-6E8A-4147-A177-3AD203B41FA5}">
                      <a16:colId xmlns:a16="http://schemas.microsoft.com/office/drawing/2014/main" val="3465298201"/>
                    </a:ext>
                  </a:extLst>
                </a:gridCol>
                <a:gridCol w="920604">
                  <a:extLst>
                    <a:ext uri="{9D8B030D-6E8A-4147-A177-3AD203B41FA5}">
                      <a16:colId xmlns:a16="http://schemas.microsoft.com/office/drawing/2014/main" val="3071492257"/>
                    </a:ext>
                  </a:extLst>
                </a:gridCol>
              </a:tblGrid>
              <a:tr h="333302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 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Taille des partitions max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Taille des fichiers max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Compatibilité OS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Sécurité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Performance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Particularités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extLst>
                  <a:ext uri="{0D108BD9-81ED-4DB2-BD59-A6C34878D82A}">
                    <a16:rowId xmlns:a16="http://schemas.microsoft.com/office/drawing/2014/main" val="3632656662"/>
                  </a:ext>
                </a:extLst>
              </a:tr>
              <a:tr h="87469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FAT32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2 To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4 Go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Universel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-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 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Fragmentation permanente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extLst>
                  <a:ext uri="{0D108BD9-81ED-4DB2-BD59-A6C34878D82A}">
                    <a16:rowId xmlns:a16="http://schemas.microsoft.com/office/drawing/2014/main" val="1104777029"/>
                  </a:ext>
                </a:extLst>
              </a:tr>
              <a:tr h="8746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NTFS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Pratique : 256 To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Pratique 16 To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Windows depuis NT 3.1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Gestion des permissions / ACL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Meilleure gestion de la fragmentation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Intégration à Active Directory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extLst>
                  <a:ext uri="{0D108BD9-81ED-4DB2-BD59-A6C34878D82A}">
                    <a16:rowId xmlns:a16="http://schemas.microsoft.com/office/drawing/2014/main" val="3255095842"/>
                  </a:ext>
                </a:extLst>
              </a:tr>
              <a:tr h="87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Théorique : 16 Eo (1 Eo = 1.000.000 To)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Théorique : 16 Eo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Mac OS X et Linux, en lecture uniquement pendant longtemps, en écriture depuis la création du pilote NTFS-3G en 2007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Chiffrement des données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Compression des données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CheckDisk automatique pour corriger le volume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extLst>
                  <a:ext uri="{0D108BD9-81ED-4DB2-BD59-A6C34878D82A}">
                    <a16:rowId xmlns:a16="http://schemas.microsoft.com/office/drawing/2014/main" val="2545728454"/>
                  </a:ext>
                </a:extLst>
              </a:tr>
              <a:tr h="8746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ExFAT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Recommandé : 512 To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128 Po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Windows depuis XP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Support des ACL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Meilleure gestion de la fragmentation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Protection des données en cas d'arrêt du périphérique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extLst>
                  <a:ext uri="{0D108BD9-81ED-4DB2-BD59-A6C34878D82A}">
                    <a16:rowId xmlns:a16="http://schemas.microsoft.com/office/drawing/2014/main" val="125616805"/>
                  </a:ext>
                </a:extLst>
              </a:tr>
              <a:tr h="87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900" u="none" strike="noStrike">
                          <a:effectLst/>
                        </a:rPr>
                        <a:t>Théorique : 128 Po (1 Po = 1.000 To)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>
                          <a:effectLst/>
                        </a:rPr>
                        <a:t>Théorique : 16 Eo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u="none" strike="noStrike" dirty="0">
                          <a:effectLst/>
                        </a:rPr>
                        <a:t>GNU/Linux &amp; Mac OS X depuis 10.6.5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79" marR="8079" marT="8079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532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61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6128" y="2544417"/>
            <a:ext cx="8229600" cy="35283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Le système d’exploitation Microsoft Windows 11 est sorti le 5 octobre 2021, les entreprises ont-elles </a:t>
            </a:r>
            <a:r>
              <a:rPr lang="fr-FR"/>
              <a:t>été obligées </a:t>
            </a:r>
            <a:r>
              <a:rPr lang="fr-FR" dirty="0"/>
              <a:t>de migrer leurs postes jusqu’alors sous Windows 10 vers la dernière version de l’OS de Microsoft ? Pourquoi ?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A partir de quelle date devraient-elles abandonner l’utilisation de Windows 10 ?</a:t>
            </a:r>
          </a:p>
        </p:txBody>
      </p:sp>
    </p:spTree>
    <p:extLst>
      <p:ext uri="{BB962C8B-B14F-4D97-AF65-F5344CB8AC3E}">
        <p14:creationId xmlns:p14="http://schemas.microsoft.com/office/powerpoint/2010/main" val="272043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45026"/>
            <a:ext cx="8229600" cy="4176491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La sortie d’un nouvel OS n’entraîne aucune obligation de changement pour les entreprises, le support de Windows 10 est assuré par Microsoft malgré la sortie d’un OS plus récent.</a:t>
            </a:r>
          </a:p>
          <a:p>
            <a:pPr marL="11430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161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68917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Arrêt du support de Microsoft Windows 10 le 14 octobre 2025</a:t>
            </a:r>
          </a:p>
          <a:p>
            <a:pPr marL="114300" indent="0">
              <a:buNone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Si une faille est identifiée après cette date, elle pourra être exploitée sans qu’aucun correctif ne soit développé par Microsoft</a:t>
            </a:r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Risques possibles : intrusions, vols d’informations, postes fantômes, corruption de postes…</a:t>
            </a:r>
          </a:p>
        </p:txBody>
      </p:sp>
    </p:spTree>
    <p:extLst>
      <p:ext uri="{BB962C8B-B14F-4D97-AF65-F5344CB8AC3E}">
        <p14:creationId xmlns:p14="http://schemas.microsoft.com/office/powerpoint/2010/main" val="176770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6128" y="3325502"/>
            <a:ext cx="8229600" cy="1263333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r>
              <a:rPr lang="fr-FR" dirty="0"/>
              <a:t>Quels sont les rôles des logiciels tel que </a:t>
            </a:r>
            <a:r>
              <a:rPr lang="fr-FR" dirty="0" err="1"/>
              <a:t>Ccleaner</a:t>
            </a:r>
            <a:r>
              <a:rPr lang="fr-FR" dirty="0"/>
              <a:t> ou MBAM ? Citez d’autres logiciels proposant des services similaires</a:t>
            </a:r>
          </a:p>
        </p:txBody>
      </p:sp>
    </p:spTree>
    <p:extLst>
      <p:ext uri="{BB962C8B-B14F-4D97-AF65-F5344CB8AC3E}">
        <p14:creationId xmlns:p14="http://schemas.microsoft.com/office/powerpoint/2010/main" val="2720430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 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68917"/>
          </a:xfrm>
        </p:spPr>
        <p:txBody>
          <a:bodyPr>
            <a:normAutofit fontScale="92500"/>
          </a:bodyPr>
          <a:lstStyle/>
          <a:p>
            <a:pPr>
              <a:buFont typeface="Wingdings" charset="2"/>
              <a:buChar char="§"/>
            </a:pPr>
            <a:r>
              <a:rPr lang="fr-FR" dirty="0"/>
              <a:t>Maintenance préventive et/ou curative (MBAM)</a:t>
            </a:r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Protéger le système en surveillant et empêchant son intrusion par des trojans, virus, espions… (MBAM)</a:t>
            </a:r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Traiter un système corrompu (MBAM)</a:t>
            </a:r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Aider l’utilisateur à effectuer une maintenance rapide de son poste de travail – suppression de fichiers temporaires, désinstallation de logiciels… (</a:t>
            </a:r>
            <a:r>
              <a:rPr lang="fr-FR" dirty="0" err="1"/>
              <a:t>Ccleaner</a:t>
            </a:r>
            <a:r>
              <a:rPr lang="fr-FR"/>
              <a:t>)</a:t>
            </a:r>
            <a:endParaRPr lang="fr-FR" dirty="0"/>
          </a:p>
          <a:p>
            <a:pPr>
              <a:buFont typeface="Wingdings" charset="2"/>
              <a:buChar char="§"/>
            </a:pPr>
            <a:endParaRPr lang="fr-FR" dirty="0"/>
          </a:p>
          <a:p>
            <a:pPr>
              <a:buFont typeface="Wingdings" charset="2"/>
              <a:buChar char="§"/>
            </a:pPr>
            <a:r>
              <a:rPr lang="fr-FR" dirty="0"/>
              <a:t>Logiciels similaires : </a:t>
            </a:r>
            <a:r>
              <a:rPr lang="fr-FR" dirty="0" err="1"/>
              <a:t>RogueKiller</a:t>
            </a:r>
            <a:r>
              <a:rPr lang="fr-FR" dirty="0"/>
              <a:t>, </a:t>
            </a:r>
            <a:r>
              <a:rPr lang="fr-FR" dirty="0" err="1"/>
              <a:t>ComboFix</a:t>
            </a:r>
            <a:r>
              <a:rPr lang="fr-FR" dirty="0"/>
              <a:t>, </a:t>
            </a:r>
            <a:r>
              <a:rPr lang="fr-FR" dirty="0" err="1"/>
              <a:t>Spybot</a:t>
            </a:r>
            <a:r>
              <a:rPr lang="fr-F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4225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icaire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E0E77304C5B84BA04FC01E48577340" ma:contentTypeVersion="3" ma:contentTypeDescription="Crée un document." ma:contentTypeScope="" ma:versionID="d7a01a13de8f08941e83e42baeff74e3">
  <xsd:schema xmlns:xsd="http://www.w3.org/2001/XMLSchema" xmlns:xs="http://www.w3.org/2001/XMLSchema" xmlns:p="http://schemas.microsoft.com/office/2006/metadata/properties" xmlns:ns2="dabbdb26-c847-4137-b7a9-f9e59693dbb0" targetNamespace="http://schemas.microsoft.com/office/2006/metadata/properties" ma:root="true" ma:fieldsID="9cf93ec03c9ca8a6baede4d198a93ac1" ns2:_="">
    <xsd:import namespace="dabbdb26-c847-4137-b7a9-f9e59693d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bbdb26-c847-4137-b7a9-f9e59693db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337431-7988-470C-82CF-D0EC5FFB36E2}"/>
</file>

<file path=customXml/itemProps2.xml><?xml version="1.0" encoding="utf-8"?>
<ds:datastoreItem xmlns:ds="http://schemas.openxmlformats.org/officeDocument/2006/customXml" ds:itemID="{C5F99562-6DAF-4C85-BEFA-62AD76BDC8EB}"/>
</file>

<file path=customXml/itemProps3.xml><?xml version="1.0" encoding="utf-8"?>
<ds:datastoreItem xmlns:ds="http://schemas.openxmlformats.org/officeDocument/2006/customXml" ds:itemID="{4EF67D92-0503-455A-8FE5-7D0C1A946CAD}"/>
</file>

<file path=docProps/app.xml><?xml version="1.0" encoding="utf-8"?>
<Properties xmlns="http://schemas.openxmlformats.org/officeDocument/2006/extended-properties" xmlns:vt="http://schemas.openxmlformats.org/officeDocument/2006/docPropsVTypes">
  <Template>Apothicaire.thmx</Template>
  <TotalTime>869</TotalTime>
  <Words>605</Words>
  <Application>Microsoft Office PowerPoint</Application>
  <PresentationFormat>Affichage à l'écran (4:3)</PresentationFormat>
  <Paragraphs>87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Calibri</vt:lpstr>
      <vt:lpstr>Century Gothic</vt:lpstr>
      <vt:lpstr>Wingdings</vt:lpstr>
      <vt:lpstr>Apothicaire</vt:lpstr>
      <vt:lpstr>QUESTIONS Activité 4</vt:lpstr>
      <vt:lpstr>QUESTIONS</vt:lpstr>
      <vt:lpstr>QUESTION A</vt:lpstr>
      <vt:lpstr>Question A</vt:lpstr>
      <vt:lpstr>QUESTION B</vt:lpstr>
      <vt:lpstr>Question B</vt:lpstr>
      <vt:lpstr>QUESTION C</vt:lpstr>
      <vt:lpstr>Question C</vt:lpstr>
      <vt:lpstr>Question C</vt:lpstr>
      <vt:lpstr>QUESTION D</vt:lpstr>
      <vt:lpstr>Question 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QUESTIONS TP 10</dc:title>
  <dc:creator>Nico</dc:creator>
  <cp:lastModifiedBy>Nicolas LE GRELLE</cp:lastModifiedBy>
  <cp:revision>24</cp:revision>
  <dcterms:created xsi:type="dcterms:W3CDTF">2014-11-06T21:56:28Z</dcterms:created>
  <dcterms:modified xsi:type="dcterms:W3CDTF">2025-10-02T12:14:15Z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0x010100CFE0E77304C5B84BA04FC01E48577340</vt:lpwstr>
  </property>
</Properties>
</file>